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4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80BC0-52B1-4143-8055-551D0314B14E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D6772-EE2D-4B7F-A475-06D3D75176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6002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80BC0-52B1-4143-8055-551D0314B14E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D6772-EE2D-4B7F-A475-06D3D75176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770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80BC0-52B1-4143-8055-551D0314B14E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D6772-EE2D-4B7F-A475-06D3D75176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8412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80BC0-52B1-4143-8055-551D0314B14E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D6772-EE2D-4B7F-A475-06D3D75176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4886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80BC0-52B1-4143-8055-551D0314B14E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D6772-EE2D-4B7F-A475-06D3D75176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816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80BC0-52B1-4143-8055-551D0314B14E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D6772-EE2D-4B7F-A475-06D3D75176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8746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80BC0-52B1-4143-8055-551D0314B14E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D6772-EE2D-4B7F-A475-06D3D75176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984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80BC0-52B1-4143-8055-551D0314B14E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D6772-EE2D-4B7F-A475-06D3D75176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707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80BC0-52B1-4143-8055-551D0314B14E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D6772-EE2D-4B7F-A475-06D3D75176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198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80BC0-52B1-4143-8055-551D0314B14E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D6772-EE2D-4B7F-A475-06D3D75176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2332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80BC0-52B1-4143-8055-551D0314B14E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D6772-EE2D-4B7F-A475-06D3D75176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2576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80BC0-52B1-4143-8055-551D0314B14E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D6772-EE2D-4B7F-A475-06D3D7517606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651302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80BC0-52B1-4143-8055-551D0314B14E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D6772-EE2D-4B7F-A475-06D3D75176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904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80BC0-52B1-4143-8055-551D0314B14E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D6772-EE2D-4B7F-A475-06D3D75176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10358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80BC0-52B1-4143-8055-551D0314B14E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D6772-EE2D-4B7F-A475-06D3D75176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7047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80BC0-52B1-4143-8055-551D0314B14E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D6772-EE2D-4B7F-A475-06D3D75176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182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80BC0-52B1-4143-8055-551D0314B14E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D6772-EE2D-4B7F-A475-06D3D75176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867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9E80BC0-52B1-4143-8055-551D0314B14E}" type="datetimeFigureOut">
              <a:rPr lang="en-IN" smtClean="0"/>
              <a:t>20-06-2026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D6772-EE2D-4B7F-A475-06D3D75176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1285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ayaStar/Parking-Impact-Intelligence-System.git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6F92EA8-2A7B-4DB1-80E1-0B3453FB53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1381539"/>
            <a:ext cx="8825658" cy="2421835"/>
          </a:xfrm>
        </p:spPr>
        <p:txBody>
          <a:bodyPr>
            <a:normAutofit/>
          </a:bodyPr>
          <a:lstStyle/>
          <a:p>
            <a:pPr algn="ctr"/>
            <a:r>
              <a:rPr lang="en-US" sz="2000" b="1" dirty="0"/>
              <a:t>Parking Impact Intelligence System</a:t>
            </a:r>
            <a:br>
              <a:rPr lang="en-US" sz="2400" dirty="0"/>
            </a:br>
            <a:br>
              <a:rPr lang="en-US" sz="2400" dirty="0"/>
            </a:br>
            <a:r>
              <a:rPr lang="en-US" sz="2800" dirty="0"/>
              <a:t>AI-Driven Detection, Forecasting and Enforcement Planning for Parking-Induced Congestion</a:t>
            </a:r>
            <a:br>
              <a:rPr lang="en-US" sz="2800" dirty="0"/>
            </a:br>
            <a:endParaRPr lang="en-IN" sz="2400" dirty="0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90CA22BA-2B24-43FC-92C1-033783BDA69C}"/>
              </a:ext>
            </a:extLst>
          </p:cNvPr>
          <p:cNvSpPr txBox="1">
            <a:spLocks/>
          </p:cNvSpPr>
          <p:nvPr/>
        </p:nvSpPr>
        <p:spPr>
          <a:xfrm>
            <a:off x="1683171" y="4532244"/>
            <a:ext cx="8825658" cy="142792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sz="2400" dirty="0"/>
              <a:t>By</a:t>
            </a:r>
          </a:p>
          <a:p>
            <a:pPr algn="ctr"/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638909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41DB6-04D5-4204-8C2A-FD94C8FCF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52012"/>
          </a:xfrm>
        </p:spPr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231FC-D68C-4008-8A1F-3F365A0B7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7051" y="1827632"/>
            <a:ext cx="3839749" cy="418885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Current Challenges</a:t>
            </a:r>
          </a:p>
          <a:p>
            <a:pPr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Illegal parking causes traffic bottlenecks and lane reduction. </a:t>
            </a:r>
          </a:p>
          <a:p>
            <a:pPr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Enforcement is reactive and patrol-based. </a:t>
            </a:r>
          </a:p>
          <a:p>
            <a:pPr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 prioritization of high-risk zones. </a:t>
            </a:r>
          </a:p>
          <a:p>
            <a:pPr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Limited visibility into repeat offenders. </a:t>
            </a:r>
          </a:p>
          <a:p>
            <a:pPr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Resource deployment relies heavily on experience. 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CE81EF-4E46-47AC-9C4D-D01824045055}"/>
              </a:ext>
            </a:extLst>
          </p:cNvPr>
          <p:cNvSpPr/>
          <p:nvPr/>
        </p:nvSpPr>
        <p:spPr>
          <a:xfrm>
            <a:off x="6586330" y="2331215"/>
            <a:ext cx="6096000" cy="252376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Impact</a:t>
            </a:r>
          </a:p>
          <a:p>
            <a:pPr marL="342900" indent="-342900">
              <a:lnSpc>
                <a:spcPct val="150000"/>
              </a:lnSpc>
              <a:buClr>
                <a:schemeClr val="accent5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Increased congestion </a:t>
            </a:r>
          </a:p>
          <a:p>
            <a:pPr marL="342900" indent="-342900">
              <a:lnSpc>
                <a:spcPct val="150000"/>
              </a:lnSpc>
              <a:buClr>
                <a:schemeClr val="accent5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Reduced road capacity </a:t>
            </a:r>
          </a:p>
          <a:p>
            <a:pPr marL="342900" indent="-342900">
              <a:lnSpc>
                <a:spcPct val="150000"/>
              </a:lnSpc>
              <a:buClr>
                <a:schemeClr val="accent5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Delayed emergency response </a:t>
            </a:r>
          </a:p>
          <a:p>
            <a:pPr marL="342900" indent="-342900">
              <a:lnSpc>
                <a:spcPct val="150000"/>
              </a:lnSpc>
              <a:buClr>
                <a:schemeClr val="accent5">
                  <a:lumMod val="60000"/>
                  <a:lumOff val="40000"/>
                </a:schemeClr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Inefficient enforcement allocation</a:t>
            </a:r>
          </a:p>
          <a:p>
            <a:endParaRPr lang="en-IN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5965A576-B499-406B-9929-89D157B4B367}"/>
              </a:ext>
            </a:extLst>
          </p:cNvPr>
          <p:cNvSpPr/>
          <p:nvPr/>
        </p:nvSpPr>
        <p:spPr>
          <a:xfrm>
            <a:off x="5202606" y="3350783"/>
            <a:ext cx="978408" cy="484632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8300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355A5-9E92-4786-92EF-FF2E80615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6575B-1DC6-4740-BD23-18D243974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Parking Violation Dataset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298,450 violation records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54 police stations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169 junctions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10,942 locations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Nov 2023 – Apr 2024 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Include a simple dataset statistics graphic.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5334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DC4B5-1BD6-4897-A1F9-4BA810BD9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2ACE9-D95F-4CFF-B46E-1531DEBB8B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644" y="1378226"/>
            <a:ext cx="9175210" cy="4870173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Violation Data</a:t>
            </a:r>
          </a:p>
          <a:p>
            <a:pPr marL="0" indent="0" algn="ctr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↓</a:t>
            </a:r>
          </a:p>
          <a:p>
            <a:pPr marL="0" indent="0" algn="ctr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Hotspot Detection</a:t>
            </a:r>
          </a:p>
          <a:p>
            <a:pPr marL="0" indent="0" algn="ctr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↓</a:t>
            </a:r>
          </a:p>
          <a:p>
            <a:pPr marL="0" indent="0" algn="ctr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Risk Analysis</a:t>
            </a:r>
          </a:p>
          <a:p>
            <a:pPr marL="0" indent="0" algn="ctr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↓</a:t>
            </a:r>
          </a:p>
          <a:p>
            <a:pPr marL="0" indent="0" algn="ctr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Forecasting Engine</a:t>
            </a:r>
          </a:p>
          <a:p>
            <a:pPr marL="0" indent="0" algn="ctr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↓</a:t>
            </a:r>
          </a:p>
          <a:p>
            <a:pPr marL="0" indent="0" algn="ctr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EPI Calculation</a:t>
            </a:r>
          </a:p>
          <a:p>
            <a:pPr marL="0" indent="0" algn="ctr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↓</a:t>
            </a:r>
          </a:p>
          <a:p>
            <a:pPr marL="0" indent="0" algn="ctr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Enforcement Planner</a:t>
            </a:r>
          </a:p>
          <a:p>
            <a:pPr marL="0" indent="0" algn="ctr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↓</a:t>
            </a:r>
          </a:p>
          <a:p>
            <a:pPr marL="0" indent="0" algn="ctr"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Traffic Police Dashboard</a:t>
            </a:r>
          </a:p>
        </p:txBody>
      </p:sp>
    </p:spTree>
    <p:extLst>
      <p:ext uri="{BB962C8B-B14F-4D97-AF65-F5344CB8AC3E}">
        <p14:creationId xmlns:p14="http://schemas.microsoft.com/office/powerpoint/2010/main" val="21161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32BE3-46C8-45BE-913E-8BDE41101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053" y="489218"/>
            <a:ext cx="5949259" cy="1574808"/>
          </a:xfrm>
        </p:spPr>
        <p:txBody>
          <a:bodyPr>
            <a:normAutofit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Parking Violation Heatmap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FDB41C-B14A-4505-B559-53A86EB6D740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F1A964-90CE-4952-88C4-2F57031804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87896" y="2981740"/>
            <a:ext cx="5208104" cy="2226364"/>
          </a:xfrm>
        </p:spPr>
        <p:txBody>
          <a:bodyPr>
            <a:normAutofit/>
          </a:bodyPr>
          <a:lstStyle/>
          <a:p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Key Insight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Violation density is concentrated around commercial corridors and major junctions.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Enables rapid identification of congestion-prone zones.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9924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3F05E-3379-4EED-AA60-E9A5862BC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330" y="355596"/>
            <a:ext cx="8216348" cy="492543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				</a:t>
            </a:r>
            <a:r>
              <a:rPr lang="en-IN" sz="4000" dirty="0">
                <a:latin typeface="Arial" panose="020B0604020202020204" pitchFamily="34" charset="0"/>
                <a:cs typeface="Arial" panose="020B0604020202020204" pitchFamily="34" charset="0"/>
              </a:rPr>
              <a:t>Risk Map &amp; EPI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438F4C-6821-4D91-B027-493999F762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2674" y="1285461"/>
            <a:ext cx="5398674" cy="4664766"/>
          </a:xfrm>
        </p:spPr>
        <p:txBody>
          <a:bodyPr/>
          <a:lstStyle/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Enforcement Priority Index (EPI)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Ranks hotspots based 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Violation frequency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Peak-hour activity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Repeat offender concentration </a:t>
            </a:r>
          </a:p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Top Hotspots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Safina Plaza Junction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Elite Junction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Sagar Theatre Junction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KR Market Junction 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681D7A-97DA-4EA0-A5BF-6698FBC30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5403" y="1764817"/>
            <a:ext cx="6777508" cy="3706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368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2FE27-80C3-4E7F-9FD4-8E45E1E8E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85752"/>
          </a:xfrm>
        </p:spPr>
        <p:txBody>
          <a:bodyPr/>
          <a:lstStyle/>
          <a:p>
            <a:pPr algn="ctr"/>
            <a:r>
              <a:rPr lang="en-IN" sz="4400" dirty="0">
                <a:latin typeface="Arial" panose="020B0604020202020204" pitchFamily="34" charset="0"/>
                <a:cs typeface="Arial" panose="020B0604020202020204" pitchFamily="34" charset="0"/>
              </a:rPr>
              <a:t>Forecasting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85693-8793-4834-985F-17DE36032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1148" y="1431236"/>
            <a:ext cx="10164417" cy="481716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</a:p>
          <a:p>
            <a:pPr marL="0" indent="0">
              <a:buNone/>
            </a:pPr>
            <a:r>
              <a:rPr lang="en-US" sz="2200" dirty="0">
                <a:latin typeface="Arial" panose="020B0604020202020204" pitchFamily="34" charset="0"/>
                <a:cs typeface="Arial" panose="020B0604020202020204" pitchFamily="34" charset="0"/>
              </a:rPr>
              <a:t>CatBoost Regressor</a:t>
            </a:r>
          </a:p>
          <a:p>
            <a:pPr marL="0" indent="0"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Objective</a:t>
            </a:r>
          </a:p>
          <a:p>
            <a:pPr marL="0" indent="0">
              <a:buNone/>
            </a:pP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Predict future parking violation intensity.</a:t>
            </a:r>
          </a:p>
          <a:p>
            <a:pPr marL="0" indent="0"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Features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Police Station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Junction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Day of Week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Hour of Day </a:t>
            </a:r>
          </a:p>
          <a:p>
            <a:pPr marL="0" indent="0">
              <a:buNone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</a:p>
          <a:p>
            <a:pPr marL="0" indent="0"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MAE = 9.49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56D1F7-35DD-409E-AE0C-6EF46A76EA9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82" t="12542" b="8869"/>
          <a:stretch/>
        </p:blipFill>
        <p:spPr>
          <a:xfrm>
            <a:off x="5367130" y="1718810"/>
            <a:ext cx="6535474" cy="4271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272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DB20A-06BD-40F2-910B-04D0129AC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Repeat Offender Analysis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3F01CA6-0765-4271-8177-DC61592B77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0991" y="1513307"/>
            <a:ext cx="8947150" cy="3336989"/>
          </a:xfr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C2075AE-6D89-4CB7-85B8-5E63F454D33B}"/>
              </a:ext>
            </a:extLst>
          </p:cNvPr>
          <p:cNvSpPr/>
          <p:nvPr/>
        </p:nvSpPr>
        <p:spPr>
          <a:xfrm>
            <a:off x="1470991" y="5047927"/>
            <a:ext cx="837537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Benefit: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Supports targeted enforcement and repeat offender tracking.</a:t>
            </a:r>
          </a:p>
        </p:txBody>
      </p:sp>
    </p:spTree>
    <p:extLst>
      <p:ext uri="{BB962C8B-B14F-4D97-AF65-F5344CB8AC3E}">
        <p14:creationId xmlns:p14="http://schemas.microsoft.com/office/powerpoint/2010/main" val="92260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7D574-90D3-4824-9037-F6189E433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Enforcement Planner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9EC3982-690B-49AB-80C1-0190FD2C47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3684" y="1391725"/>
            <a:ext cx="8947150" cy="294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113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3A663-2EB9-4D39-A351-121407701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018273"/>
          </a:xfrm>
        </p:spPr>
        <p:txBody>
          <a:bodyPr/>
          <a:lstStyle/>
          <a:p>
            <a:pPr algn="ctr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Impact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D4D6D-465F-4FE4-B97D-6FF93EA7F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3" y="2052918"/>
            <a:ext cx="4754148" cy="4195481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Impact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Prioritized enforcement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Reduced parking-induced congestion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Better resource allocation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Data-driven decision making</a:t>
            </a:r>
          </a:p>
          <a:p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EE08B0-FB24-4C01-A1C0-1B81AF94C63F}"/>
              </a:ext>
            </a:extLst>
          </p:cNvPr>
          <p:cNvSpPr/>
          <p:nvPr/>
        </p:nvSpPr>
        <p:spPr>
          <a:xfrm>
            <a:off x="6334543" y="2334116"/>
            <a:ext cx="6096000" cy="218976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Future Scope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Real-time CCTV integration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Live violation ingestion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Dynamic EPI updates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Smart City integration </a:t>
            </a:r>
          </a:p>
        </p:txBody>
      </p:sp>
    </p:spTree>
    <p:extLst>
      <p:ext uri="{BB962C8B-B14F-4D97-AF65-F5344CB8AC3E}">
        <p14:creationId xmlns:p14="http://schemas.microsoft.com/office/powerpoint/2010/main" val="3480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12409-5834-440D-B07C-FC44D2EF9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397" y="2038948"/>
            <a:ext cx="9404723" cy="901062"/>
          </a:xfrm>
        </p:spPr>
        <p:txBody>
          <a:bodyPr/>
          <a:lstStyle/>
          <a:p>
            <a:pPr algn="ctr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1135D-1BB2-4C32-A611-EA441A930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3514" y="3732544"/>
            <a:ext cx="9307731" cy="1243646"/>
          </a:xfrm>
        </p:spPr>
        <p:txBody>
          <a:bodyPr/>
          <a:lstStyle/>
          <a:p>
            <a:pPr marL="0" indent="0" algn="ctr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https://github.com/GayaStar/Parking-Impact-Intelligence-System.git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https://parking-impact-intelligence-system.streamlit.app</a:t>
            </a:r>
          </a:p>
        </p:txBody>
      </p:sp>
    </p:spTree>
    <p:extLst>
      <p:ext uri="{BB962C8B-B14F-4D97-AF65-F5344CB8AC3E}">
        <p14:creationId xmlns:p14="http://schemas.microsoft.com/office/powerpoint/2010/main" val="27781470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53</TotalTime>
  <Words>257</Words>
  <Application>Microsoft Office PowerPoint</Application>
  <PresentationFormat>Widescreen</PresentationFormat>
  <Paragraphs>80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Century Gothic</vt:lpstr>
      <vt:lpstr>Wingdings</vt:lpstr>
      <vt:lpstr>Wingdings 3</vt:lpstr>
      <vt:lpstr>Ion</vt:lpstr>
      <vt:lpstr>Parking Impact Intelligence System  AI-Driven Detection, Forecasting and Enforcement Planning for Parking-Induced Congestion </vt:lpstr>
      <vt:lpstr>Problem Statement</vt:lpstr>
      <vt:lpstr>Dataset Overview</vt:lpstr>
      <vt:lpstr>Proposed Solution</vt:lpstr>
      <vt:lpstr>Parking Violation Heatmap</vt:lpstr>
      <vt:lpstr>    Risk Map &amp; EPI</vt:lpstr>
      <vt:lpstr>Forecasting Engine</vt:lpstr>
      <vt:lpstr>Repeat Offender Analysis</vt:lpstr>
      <vt:lpstr>Enforcement Planner</vt:lpstr>
      <vt:lpstr>Impact &amp; Future Scope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Parking Impact Intelligence System AI-Driven Detection, Forecasting and Enforcement Planning for Parking-Induced Congestion</dc:title>
  <dc:creator>GAYATRI</dc:creator>
  <cp:lastModifiedBy>GAYATRI</cp:lastModifiedBy>
  <cp:revision>6</cp:revision>
  <dcterms:created xsi:type="dcterms:W3CDTF">2026-06-20T16:51:49Z</dcterms:created>
  <dcterms:modified xsi:type="dcterms:W3CDTF">2026-06-20T17:45:38Z</dcterms:modified>
</cp:coreProperties>
</file>